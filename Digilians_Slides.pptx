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800" b="1" dirty="0">
                <a:solidFill>
                  <a:srgbClr val="FF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الساعة 10:00 صباحاً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البنك المركزي يعلن تحرير سعر الصرف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2026-03-30T10:08:15Z</dcterms:created>
  <dcterms:modified xsi:type="dcterms:W3CDTF">2026-03-30T10:08:15Z</dcterms:modified>
</cp:coreProperties>
</file>